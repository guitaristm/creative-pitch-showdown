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PPTX Embed Test — The Creative Pitch Showdown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2: photo below should be visible</a:t>
            </a:r>
          </a:p>
        </p:txBody>
      </p:sp>
      <p:pic>
        <p:nvPicPr>
          <p:cNvPr id="3" name="Picture 2" descr="test-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8453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3: embedded video below — does it play?</a:t>
            </a:r>
          </a:p>
        </p:txBody>
      </p:sp>
      <p:pic>
        <p:nvPicPr>
          <p:cNvPr id="3" name="test-vide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0400" y="1371600"/>
            <a:ext cx="5852160" cy="329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